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Presenter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notesMaster" Target="notesMasters/notesMaster1.xml" /><Relationship Id="rId9" Type="http://schemas.openxmlformats.org/officeDocument/2006/relationships/slide" Target="slides/slide2.xml" /><Relationship Id="rId10" Type="http://schemas.openxmlformats.org/officeDocument/2006/relationships/commentAuthors" Target="commentAuthors.xml" /></Relationships>
</file>

<file path=ppt/comments/comment1.xml><?xml version="1.0" encoding="utf-8"?>
<p:cmLst xmlns:p="http://schemas.openxmlformats.org/presentationml/2006/main">
  <p:cm authorId="0">
    <p:text>Add one slide on operating margin.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Call out that EMEA outperformed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Relationship Id="rId3" Type="http://schemas.openxmlformats.org/officeDocument/2006/relationships/comments" Target="../comments/comment1.xml" 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is up 12% quarter over quarter.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743200"/>
          <a:ext cx="77724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42672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Growth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$0.98M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Next: launch SKU refresh and expand partner channels.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